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1A2E"/>
                </a:solidFill>
                <a:latin typeface="Calibri"/>
              </a:rPr>
              <a:t>Three Products, Built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6B7280"/>
                </a:solidFill>
                <a:latin typeface="Calibri"/>
              </a:rPr>
              <a:t>AI travel discovery · client-side file tools · proof-based habit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James Moyosore  ·  moyosorejames@gmail.com  ·  +234 806 195 3109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Three live, working products — each built solo from architecture through deployment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Every one addresses a real cost or trust problem competitors get wrong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TourFinderApp — AI travel guide with sustainable unit economics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FileFlowHQ — file conversion with zero server cost and full privacy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Neuro-app — habit tracking with proof of completion, not just checkboxes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Common thread: frontier-AI capability without frontier-AI running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PRODUCT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TourFinderApp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TourFinderApp — AI Travel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tourfinderapp.com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Conversational guide to any destination worldwide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Food, landmarks, transport, safety, accommodation — in plain language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Answers backed by real place data: named venues, addresses, sources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"Where can I eat in Lekki?" → a direct answer, not a list of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Hybrid AI routing — a self-hosted model handles everyday questions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A frontier AI model is called only for safety-critical or time-sensitive queries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Keeps cost-per-conversation low enough to scale — the challenge every AI-chat product faces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Place data from open mapping sources by default — no vendor lock-in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Every conversation logged as training data — the model gets smarter and cheaper to run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Live, deployed product — full conversational flow working end to 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Hybrid router built: a self-hosted model handles common questions, frontier AI for the hard ones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Place search on open mapping data — real venues with addresses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Conversations persist across restarts; every chat logged as training data (growing dataset)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Usage metering enforced server-side — only paid-AI answers count against the usage cap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Clean separation between the API backend and the web frontend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v1 — Global text chatbot, 5 core intents, AI tool-use over place + web search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v1.5 — Fine-tune a small self-hosted model on collected data; paid-AI cost trends toward zero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v2 — Persistent sessions at scale, place-data caching, rate limiting, more entities (weather, currency, visa), analytics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v3 — Voice in/out, offline mode, landmark identification from photos, multi-day itinerary planning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White-label / licensing path ready for tourism and hospitality partners at any stage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TourFinderApp — Revenue Potential &amp; What's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alibri"/>
              </a:rPr>
              <a:t>ILLUSTRATIVE YEAR-1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5212080" cy="3566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Licensing / white-label model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3-5 pilot partners (tourism boards, hotel groups, DMOs) in Year 1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$1,500-$4,000/mo per partner (branded concierge + dashboard)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Mid-case: 4 partners x $2,500/mo avg x 12mo = ~$120,000/yr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Secondary: usage-based B2C tier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5,000 MAU by month 12, ~3% convert to $5/mo paid tier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150 paid users x $5 x 12mo = ~$9,000/yr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Combined illustrative Year-1 range: ~$60,000 - $180,000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alibri"/>
              </a:rPr>
              <a:t>WHAT'S NEEDED TO GET 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1-2 design partners signed before scaling outreach (case study + pricing proof)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White-label branding layer: custom domain, logo/theme, partner admin dashboard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Outbound to tourism boards / hotel groups — direct sales, not paid ads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Google Places upgrade path funded once a partner needs richer data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Content/SEO or partner co-marketing to seed organic B2C traffic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Usage metering + billing (Stripe) wired to the free/paid tier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Figures are an illustrative model based on stated assumptions (partner count, price point, conversion), not a forecast or guarantee — shown to frame the conversation, to be refined with real pricing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PRODUCT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FileFlowHQ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FileFlowHQ — Private, Zero-Server File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Converts images, PDFs, and data files entirely in the browser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No uploads, no backend, no server costs — files never leave the device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Tools: image convert/compress, merge/split PDF, images↔PDF, PDF→Word, CSV↔JSON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All processing runs in the browser — no server round-trip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Traction &amp;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Live and in use by real visitors — Nigeria, US, China, UK, and beyond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Mostly desktop users converting PDFs and images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Native iOS and Android builds alongside the web app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Zero marginal cost per user — no hosting, storage, or bandwidth to absorb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Branded email confirmation sent on completion — the file itself is never uploaded, only a receipt naming the tool and file goes 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FileFlowHQ — Revenue Potential &amp; What's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alibri"/>
              </a:rPr>
              <a:t>ILLUSTRATIVE YEAR-1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5212080" cy="3566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Freemium + ads model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50,000 monthly visitors by month 12 (organic growth off existing traction)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Display/contextual ads: ~$3,000-$6,000/yr at that traffic level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Pro tier (batch conversion, no ads, higher file limits)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1% of monthly visitors convert at $4/mo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500 subscribers x $4 x 12mo = ~$24,000/yr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Combined illustrative Year-1 range: ~$27,000 - $60,000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alibri"/>
              </a:rPr>
              <a:t>WHAT'S NEEDED TO GET 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Ad network integration (e.g. Google AdSense / Ezoic) — zero infra cost to add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Stripe subscription flow for the Pro tier + usage gating client-side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SEO push on high-intent tool keywords ("convert HEIC to JPG", etc.) — main growth lever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App store listings live for the existing iOS/Android builds (distribution, not ad spend)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Optional: B2B API/embed offering for sites wanting white-labeled conversion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Figures are an illustrative model based on stated assumptions (traffic growth, conversion, ad rates), not a forecast or guarantee — current traffic and ad benchmarks were used as anchors.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PRODUCT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Neuro-app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Neuro-app — Proof-of-Completion Habit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A habit and task app that goes beyond a checklist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Tasks require proof of completion — not just a checkbox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Daily goal checklist for habit formation + a task verification flow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AI-assisted goal suggestions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Built for Lean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Scheduled push reminders/alarms built on a low-overhead serverless architecture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Avoids the infrastructure cost most scheduled-notification apps require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Optional manager/team mode — assign and verify tasks across a team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Installable web app with offline-capable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v1 — Daily checklist, proof-of-completion submission, manager/team mode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v1.5 — AI-assisted goal suggestions refined on real usage data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v2 — Biometric verification layer: heart-rate signal (phone camera or paired wearable) as an additional proof-of-completion signal alongside photo/text proof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v3 — Broader wearable integration, team-level verification analytics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•  Positions proof-of-completion as genuinely hard to fake — not just a photo upload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Neuro-app — Revenue Potential &amp; What's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alibri"/>
              </a:rPr>
              <a:t>ILLUSTRATIVE YEAR-1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5212080" cy="3566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Consumer subscription (wellness/coaching)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3,000 active users by month 12, 8% convert to $6/mo premium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240 subscribers x $6 x 12mo = ~$17,000/yr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Team/manager tier (B2B accountability)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20 teams x $25/mo avg (5-10 seats each) x 12mo = ~$6,000/yr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Combined illustrative Year-1 range: ~$15,000 - $35,000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alibri"/>
              </a:rPr>
              <a:t>WHAT'S NEEDED TO GET 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App store presence (PWA install works now; native wrapper widens reach)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Stripe billing for premium + team tiers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Targeted content marketing in habit/accountability communities (Reddit, TikTok, coaching creators)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1-2 pilot teams (coaches, small orgs) to validate the manager-mode pricing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Push/notification reliability hardened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Figures are an illustrative model based on stated assumptions (user growth, conversion, price point), not a forecast or guarantee — meant to frame the conversation, not commit to a number.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Calibri"/>
              </a:rPr>
              <a:t>Best-Fit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B82F6"/>
                </a:solidFill>
                <a:latin typeface="Calibri"/>
              </a:rPr>
              <a:t>TourFinderApp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Tourism boards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Travel &amp; hospitality brands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Destination marketing orgs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B82F6"/>
                </a:solidFill>
                <a:latin typeface="Calibri"/>
              </a:rPr>
              <a:t>FileFlowHQ / Neuro-app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Privacy-first products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Wellness &amp; coaching apps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Accountability platforms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1A2E"/>
                </a:solidFill>
                <a:latin typeface="Calibri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6B7280"/>
                </a:solidFill>
                <a:latin typeface="Calibri"/>
              </a:rPr>
              <a:t>Live demo, technical walkthrough, or a scoped proposal — whatever's most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James Moyosore  ·  moyosorejames@gmail.com  ·  +234 806 195 3109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